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4337A"/>
          </a:solidFill>
          <a:ln w="12700">
            <a:solidFill>
              <a:srgbClr val="2433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141D5C"/>
          </a:solidFill>
          <a:ln w="12700">
            <a:solidFill>
              <a:srgbClr val="141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· Schema Design · Application Features · Security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University AP  |  Flask + MySQL  |  Full-Stack Web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43200" cy="34747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Flask-based Event Management Web Application built for SRM University AP — enabling students to discover &amp; register for events, and admins to create &amp; manage them.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743200" cy="34747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51560"/>
            <a:ext cx="27432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named srmap_events containing 8 interconnected tables with normalized schema, foreign keys, cascading deletes, and indexed columns.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743200" cy="34747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51560"/>
            <a:ext cx="27432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· Event browsing &amp; search · Admin dashboard · Login audit trail · Capacity management · Schema migration support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· PyMySQL 1.1 · Werkzeug 3.0 · Bootstrap 5 · HTML5/CSS3/JS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Interconnected Tables · Database: srmap_events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65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accounts, hashed passwords, roll nos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371600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42032" y="187452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965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credentials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371600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18304" y="187452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965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locations, capacity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371600"/>
            <a:ext cx="20116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94576" y="187452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965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organizer / club info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011680" cy="1371600"/>
          </a:xfrm>
          <a:prstGeom prst="rect">
            <a:avLst/>
          </a:prstGeom>
          <a:solidFill>
            <a:srgbClr val="0D15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event data with FK references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50592" y="2926080"/>
            <a:ext cx="2011680" cy="1371600"/>
          </a:xfrm>
          <a:prstGeom prst="rect">
            <a:avLst/>
          </a:prstGeom>
          <a:solidFill>
            <a:srgbClr val="0D15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42032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42032" y="342900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 students ↔ events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2926080"/>
            <a:ext cx="2011680" cy="1371600"/>
          </a:xfrm>
          <a:prstGeom prst="rect">
            <a:avLst/>
          </a:prstGeom>
          <a:solidFill>
            <a:srgbClr val="0D15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18304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18304" y="342900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messages &amp; announcements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03136" y="2926080"/>
            <a:ext cx="2011680" cy="1371600"/>
          </a:xfrm>
          <a:prstGeom prst="rect">
            <a:avLst/>
          </a:prstGeom>
          <a:solidFill>
            <a:srgbClr val="0D15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94576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login_activity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94576" y="3429000"/>
            <a:ext cx="164592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3520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of all logins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868680"/>
            <a:ext cx="1920240" cy="118872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868680"/>
            <a:ext cx="192024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86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121615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student_id (PK)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417320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(UNIQUE)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6032" y="16184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 + IDX)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6032" y="1819656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(bcrypt)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202082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868680"/>
            <a:ext cx="1828800" cy="96012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868680"/>
            <a:ext cx="182880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8869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47872" y="121615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admin_id (PK)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1732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(UNIQUE)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47872" y="1618488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(bcrypt)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868680"/>
            <a:ext cx="2103120" cy="96012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868680"/>
            <a:ext cx="210312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886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LOGIN_ACTIVITY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31152" y="12161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login_id (PK)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31152" y="1417320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(FK / NULL)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31152" y="1618488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 (FK / NULL)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31152" y="181965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login_time (TIMESTAMP)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2514600"/>
            <a:ext cx="2011680" cy="96012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2514600"/>
            <a:ext cx="201168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532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" y="286207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reg_id (PK)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" y="30632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(FK→STUDENTS)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032" y="3264408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(FK→EVENTS)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6032" y="346557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UNIQUE(student_id, event_id)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2514600"/>
            <a:ext cx="2194560" cy="118872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514600"/>
            <a:ext cx="219456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5328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73552" y="2862072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event_id (PK)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73552" y="3063240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event_date (IDX)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73552" y="3264408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 (FK→VENUES)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73552" y="3465576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organizer_id (FK→ORGANIZERS)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73552" y="3666744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2514600"/>
            <a:ext cx="1828800" cy="86868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2514600"/>
            <a:ext cx="182880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25328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65392" y="286207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venue_id (PK)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65392" y="306324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venue_name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65392" y="3264408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capacity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92240" y="3749040"/>
            <a:ext cx="1828800" cy="86868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0" y="3749040"/>
            <a:ext cx="182880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37673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65392" y="409651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organizer_id (PK)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565392" y="429768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organizer_name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65392" y="4498848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contact, email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0" y="4114800"/>
            <a:ext cx="2194560" cy="777240"/>
          </a:xfrm>
          <a:prstGeom prst="rect">
            <a:avLst/>
          </a:prstGeom>
          <a:solidFill>
            <a:srgbClr val="0D1B6E"/>
          </a:solidFill>
          <a:ln w="19050">
            <a:solidFill>
              <a:srgbClr val="3D52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4114800"/>
            <a:ext cx="219456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73552" y="41330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73552" y="4462272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notice_id (PK)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73552" y="4663440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message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73552" y="4864608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posted_date (TIMESTAMP)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43000" y="2057400"/>
            <a:ext cx="9144" cy="457200"/>
          </a:xfrm>
          <a:prstGeom prst="line">
            <a:avLst/>
          </a:prstGeom>
          <a:noFill/>
          <a:ln w="15240">
            <a:solidFill>
              <a:srgbClr val="5C6BC0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868680" y="2148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194560" y="2999232"/>
            <a:ext cx="1005840" cy="9144"/>
          </a:xfrm>
          <a:prstGeom prst="line">
            <a:avLst/>
          </a:prstGeom>
          <a:noFill/>
          <a:ln w="15240">
            <a:solidFill>
              <a:srgbClr val="5C6BC0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2423160" y="28620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FK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297680" y="868680"/>
            <a:ext cx="45720" cy="9144"/>
          </a:xfrm>
          <a:prstGeom prst="line">
            <a:avLst/>
          </a:prstGeom>
          <a:noFill/>
          <a:ln w="15240">
            <a:solidFill>
              <a:srgbClr val="5C6BC0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5394960" y="2999232"/>
            <a:ext cx="1097280" cy="9144"/>
          </a:xfrm>
          <a:prstGeom prst="line">
            <a:avLst/>
          </a:prstGeom>
          <a:noFill/>
          <a:ln w="15240">
            <a:solidFill>
              <a:srgbClr val="5C6BC0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5669280" y="28620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394960" y="3291840"/>
            <a:ext cx="1097280" cy="685800"/>
          </a:xfrm>
          <a:prstGeom prst="line">
            <a:avLst/>
          </a:prstGeom>
          <a:noFill/>
          <a:ln w="15240">
            <a:solidFill>
              <a:srgbClr val="5C6BC0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5669280" y="34975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org_id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343400" y="914400"/>
            <a:ext cx="3520440" cy="9144"/>
          </a:xfrm>
          <a:prstGeom prst="line">
            <a:avLst/>
          </a:prstGeom>
          <a:noFill/>
          <a:ln w="15240">
            <a:solidFill>
              <a:srgbClr val="5C6BC0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5829300" y="777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143000" y="1828800"/>
            <a:ext cx="6720840" cy="228600"/>
          </a:xfrm>
          <a:prstGeom prst="line">
            <a:avLst/>
          </a:prstGeom>
          <a:noFill/>
          <a:ln w="15240">
            <a:solidFill>
              <a:srgbClr val="5C6BC0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4229100" y="18059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Identity Tables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39776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371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AUTO_INCREMENT, PRIMARY KEY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8470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VARCHAR(100), NOT NULL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3225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VARCHAR(20), UNIQUE NOT NULL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7980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VARCHAR(100), UNIQUE + INDEXED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2735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273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VARCHAR(255), bcrypt hashed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749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Default: student@srmap.edu.in | Roll: AP21110010001 | Dept: CSE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868680"/>
            <a:ext cx="4160520" cy="39776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68680"/>
            <a:ext cx="4160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886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TABLE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371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AUTO_INCREMENT, PRIMARY KEY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18470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8470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VARCHAR(50), UNIQUE NOT NULL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3225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3225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VARCHAR(255), bcrypt hashed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29184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admin: username admin, password 1133456@Sumit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admins can be created through the admin dashboard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Werkzeug PBKDF2-SHA256 password hashing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admin creation supported at runtime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Lookup Tables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&amp; Organizers — Prevent data duplication via normalization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160520" cy="34747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70432"/>
            <a:ext cx="4160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664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PK, AUTO_INCREMENT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121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VARCHAR(100), NOT NULL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578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035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035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3840480" cy="8229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normalize venues?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venue as FK prevents duplication. 20 events at Main Auditorium → 1 venue record, not 20.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Main Auditorium | SRMAP Campus | Capacity: 500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4160520" cy="34747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70432"/>
            <a:ext cx="4160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TABLE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6642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6642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PK, AUTO_INCREMENT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1214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organizer_name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1214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VARCHAR(100), NOT NULL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5786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5786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0358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0358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3840480" cy="8229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703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Lookup (get_or_create_lookup_id)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8348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organizer/venue exists → reuses ID. If new → inserts and returns new ID. Prevents duplicates.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Tech Club | Contact: 9999999999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Table — Core of the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206240" cy="320040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4206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TABLE SCHEMA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37160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PK, AUTO_INCREMENT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7099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VARCHAR(150), NOT NULL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0482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3865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3865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NOT NULL + INDEXED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249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724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NOT NULL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0632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063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venues.venue_id (ON DELETE SET NULL)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organizer_id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340156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organizers.organizer_id (SET NULL)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7398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7398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DEFAULT 100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206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932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2984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(Current):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 + organizer_id (FK references)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Schema: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venue + organizer columns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423160"/>
            <a:ext cx="4206240" cy="160020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2487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 Function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uses_normalized_event_schema(cursor):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1272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venues &amp; organizers tables exist AND venue_id / organizer_id columns exist in events. Falls back to legacy if not found.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206240" cy="7315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224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Event: "Annual Tech Fest" — 2026-05-10 at 10:00:00  |  Capacity: 100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Bridge: Students ↔ Events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23774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7190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PK, AUTO_INCREMENT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130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students(ON DELETE CASCADE)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542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events (ON DELETE CASCADE)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953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953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(auto-recorded)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UNIQUE(student_id, event_id)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364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registrations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1883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WHERE student_id + event_id match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2039112"/>
            <a:ext cx="0" cy="32004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359152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359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Capacity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615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capacity FROM events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64608" y="2770632"/>
            <a:ext cx="0" cy="32004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090672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Current Regs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33467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COUNT(*) FROM registrations WHERE event_id=?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64608" y="3502152"/>
            <a:ext cx="0" cy="32004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822192"/>
            <a:ext cx="411480" cy="4114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822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663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if Space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4078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registrations (student_id, event_id)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703320"/>
            <a:ext cx="859536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student or event automatically removes all related registrations — no orphaned records.  </a:t>
            </a:r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enforced at DB level — not just in application code.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Login Activity Tables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39319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notice_id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13898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PK, AUTO_INCREMENT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18470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VARCHAR(150), NOT NULL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3042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NOT NULL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761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posted_date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27614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DEFAULT CURRENT_TIMESTAMP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3016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broadcast table for admins to push announcements to all students. No foreign keys — fully independent table.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68680"/>
            <a:ext cx="4160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886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LOGIN_ACTIVITY 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389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13898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PK, AUTO_INCREMENT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847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1847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NULL → students (CASCADE)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3042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NULL → admins (CASCADE)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7614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login_time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27614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auto-recorded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Schema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6301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student_id OR admin_id is populated (the other is NULL). Allows distinguishing student vs admin logins in the same audit table.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uses_split_login_activity_schema(cursor) auto-detects which columns exist for backward compatibility.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strategies, COALESCE, full-text search, and capacity management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50876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Retrieval — Normalized Schema (JOIN)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e.event_id, e.event_name, e.description, e.event_date, e.event_time,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COALESCE(v.venue_name, '') AS venue, COALESCE(o.organizer_name, '') AS organizer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events e  LEFT JOIN venues v ON e.venue_id = v.venue_id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LEFT JOIN organizers o ON e.organizer_id = o.organizer_id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e.event_name LIKE %s OR v.venue_name LIKE %s  ORDER BY event_date ASC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2670048"/>
            <a:ext cx="8595360" cy="128016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15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Registered Events (INNER JOIN + LEFT JOIN)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e.*, r.reg_date  FROM events 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registrations r ON e.event_id = r.event_id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venues v ON e.venue_id = v.venue_id  WHERE r.student_id = %s  ORDER BY e.event_date ASC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4041648"/>
            <a:ext cx="4160520" cy="82296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87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342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count FROM registrations WHERE event_id=%s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if count &lt; capacity: INSERT INTO registrations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4041648"/>
            <a:ext cx="4206240" cy="82296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4087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Login Recording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43342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admin → INSERT INTO login_activity (admin_id)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student → INSERT INTO login_activity (student_id)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 &amp;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5029200" cy="21945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Configuration (app.py)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 = os.getenv('DB_HOST', 'localhost')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 = os.getenv('DB_USER', 'root')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 = os.getenv('DB_PASSWORD', '')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DB_NAME = os.getenv('DB_NAME', 'srmap_events')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pymysql.connect(host, user, password,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database, cursorclass=DictCursor)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532120" y="868680"/>
            <a:ext cx="3337560" cy="86868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32120" y="86868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941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PyMySQL Driver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50992" y="12344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DictCursor returns query results as Python dicts (key-value), not raw tuples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32120" y="1874520"/>
            <a:ext cx="3337560" cy="86868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2120" y="187452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1947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Connections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50992" y="22402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operation creates a new connection — no persistent pooling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2880360"/>
            <a:ext cx="3337560" cy="86868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288036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2953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50992" y="32461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via environment variables — no hardcoded secrets in 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3886200"/>
            <a:ext cx="3337560" cy="86868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32120" y="3886200"/>
            <a:ext cx="54864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3959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0992" y="42519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srmap_events database on localhost with root user by default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82112"/>
            <a:ext cx="8595360" cy="16916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2552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&amp; Migration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setup_db.py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657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srmap_events DB, runs database.sql, inserts default admin, student, venue, organizer, and event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0325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patch_db.py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03250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migrations — creates login_activity table if missing, updates admin credentials for schema evolution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074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add_admin.py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44074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utility: interactive script to add new admin accounts with bcrypt hashing &amp; duplicate checks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Detection &amp; Migration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backward-compatible schema detection for zero-downtime migration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8308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88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uses_normalized_event_schema(cursor)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" y="16184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1618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if: venues table exists AND organizers table exists AND events.venue_id column exists AND events.organizer_id column exists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0391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03911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Use JOIN queries with FK references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Fall back to legacy plain-text venue/organizer fields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8595360" cy="178308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063240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108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uses_split_login_activity_schema(cursor)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35387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35387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if: login_activity.student_id column exists AND login_activity.admin_id column exists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9593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395935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INSERT with student_id or admin_id (NULL for the other)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INSERT with single user_id + role columns (legacy)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983480"/>
            <a:ext cx="8595360" cy="3200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017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allows gradual database evolution across installations — old deployments continue working while new ones gain normalized features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 — Student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889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509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1298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student account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email &amp; roll number uniqueness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 before storage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info stored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27832" y="914400"/>
            <a:ext cx="27889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91440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9509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00984" y="1298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0984" y="1627632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email or username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both students &amp; admins tables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verification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login in login_activity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session: user_id, name, role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81344" y="914400"/>
            <a:ext cx="27889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91440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9509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54496" y="1298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1627632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profile: name, email, dept, roll 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registered events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registration date for each event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browse more events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7889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083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3558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685032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events sorted by date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search: name, desc, venue, organizer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date, time, venue, capacity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2971800"/>
            <a:ext cx="27889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7832" y="297180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0984" y="30083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/register_event/&lt;id&gt;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00984" y="33558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Registration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00984" y="3685032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student is logged in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registration check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verification before INSERT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Success/error flash messages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81344" y="2971800"/>
            <a:ext cx="27889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297180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0083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/logout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54496" y="33558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3685032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all session variables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homepage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 — Admin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605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60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8288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total students, active events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list with registration progress bars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10 students listed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Create Event, Add 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60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/admin/event/add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18888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8888" y="18288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name, description, date, time, venue, organizer, capacity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Auto-creates/reuses venue &amp; organizer records (get_or_create_lookup_id)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into events with FK references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41605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08960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/admin/event/delete/&lt;id&gt;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566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9319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event from database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 removes ALL registrations automatically (ON DELETE CASCADE)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orphaned records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4160520" cy="192024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108960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/admin/add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3566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39319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administrator accounts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min 6 chars, must match confirm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duplicate usernames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password before storage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2788920" cy="178308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3268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408176"/>
            <a:ext cx="25146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9961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generate_password_hash() — PBKDF2-SHA256. check_password_hash() for verification. Passwords NEVER stored in plain text.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27832" y="841248"/>
            <a:ext cx="2788920" cy="178308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326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67912" y="93268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408176"/>
            <a:ext cx="25146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9961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key: super_secret_key_srmap. Separate session variables: user_id for students, admin_id for admins. Session-based auth throughout.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841248"/>
            <a:ext cx="2788920" cy="178308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9326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21424" y="93268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Decorators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1072" y="1408176"/>
            <a:ext cx="25146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49961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@login_required: redirects to login if student not authenticated. @admin_required: ensures admin_id is in session before allowing admin routes.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2788920" cy="178308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8529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285292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3328416"/>
            <a:ext cx="25146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41985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use parameterized statements with %s placeholders. PyMySQL handles automatic escaping — no raw string interpolation.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27832" y="2761488"/>
            <a:ext cx="2788920" cy="178308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8529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67912" y="285292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3328416"/>
            <a:ext cx="25146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41985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DB constraints on: students.email, students.roll_no, admins.username, registrations(student_id, event_id). Enforced at database level.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81344" y="2761488"/>
            <a:ext cx="2788920" cy="1783080"/>
          </a:xfrm>
          <a:prstGeom prst="rect">
            <a:avLst/>
          </a:prstGeom>
          <a:solidFill>
            <a:srgbClr val="0D1547"/>
          </a:solidFill>
          <a:ln w="12700">
            <a:solidFill>
              <a:srgbClr val="3D5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8529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21424" y="285292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Audit Trail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91072" y="3328416"/>
            <a:ext cx="2514600" cy="0"/>
          </a:xfrm>
          <a:prstGeom prst="line">
            <a:avLst/>
          </a:prstGeom>
          <a:noFill/>
          <a:ln w="12700">
            <a:solidFill>
              <a:srgbClr val="9900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41985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login records a timestamped entry in login_activity table. Tracks both students and admin logins separately for audit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Optimization &amp; Data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23317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OPTIMIZATION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students.email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21408" y="13898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login lookups by email — avoids full table scan on every login attempt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events.event_date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21408" y="195681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date-based sorting &amp; range queries — critical for event listing performance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UNIQUE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21408" y="252374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unique key on (student_id, event_id) also doubles as an efficient lookup index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2331720"/>
          </a:xfrm>
          <a:prstGeom prst="rect">
            <a:avLst/>
          </a:prstGeom>
          <a:solidFill>
            <a:srgbClr val="F8F9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86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BEHAVIORS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1389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→ students &amp; events. Delete parent → auto-delete child registrations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9568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19568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venues &amp; organizers. Delete venue → event.venue_id becomes NULL (event preserved)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5237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UNIQUE(s_id, e_id)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5237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registrations at DB level — no double-booking possible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10128"/>
            <a:ext cx="8595360" cy="15087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364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38528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24912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11296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84064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70448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56832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43216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0" y="3730752"/>
            <a:ext cx="749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4337A"/>
          </a:solidFill>
          <a:ln w="12700">
            <a:solidFill>
              <a:srgbClr val="2433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SRMAP Event Management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82880" cy="1828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normalized MySQL tables with proper indexing, FK constraints &amp; cascading deletes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82880" cy="1828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986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schema detection — supports both normalized and legacy database layouts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82880" cy="1828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101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separate student and admin authentication flows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82880" cy="1828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216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hashing, parameterized queries, session-based security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82880" cy="1828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3308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 lifecycle: browse → register → capacity check → dashboard confirmation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82880" cy="18288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4456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via login_activity for all student and admin login events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MySQL · PyMySQL · Werkzeug · Bootstrap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SRMAP Event Management System</dc:title>
  <dc:subject>PptxGenJS Presentation</dc:subject>
  <dc:creator>SRMAP</dc:creator>
  <cp:lastModifiedBy>SRMAP</cp:lastModifiedBy>
  <cp:revision>1</cp:revision>
  <dcterms:created xsi:type="dcterms:W3CDTF">2026-04-23T04:25:30Z</dcterms:created>
  <dcterms:modified xsi:type="dcterms:W3CDTF">2026-04-23T04:25:30Z</dcterms:modified>
</cp:coreProperties>
</file>